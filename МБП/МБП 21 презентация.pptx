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2" r:id="rId3"/>
    <p:sldId id="265" r:id="rId4"/>
    <p:sldId id="266" r:id="rId5"/>
    <p:sldId id="267" r:id="rId6"/>
    <p:sldId id="263" r:id="rId7"/>
    <p:sldId id="264" r:id="rId8"/>
    <p:sldId id="260" r:id="rId9"/>
  </p:sldIdLst>
  <p:sldSz cx="9144000" cy="6858000" type="screen4x3"/>
  <p:notesSz cx="6858000" cy="9144000"/>
  <p:custDataLst>
    <p:tags r:id="rId12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74A"/>
    <a:srgbClr val="3399FF"/>
    <a:srgbClr val="666699"/>
    <a:srgbClr val="E59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87" autoAdjust="0"/>
    <p:restoredTop sz="84568" autoAdjust="0"/>
  </p:normalViewPr>
  <p:slideViewPr>
    <p:cSldViewPr>
      <p:cViewPr>
        <p:scale>
          <a:sx n="80" d="100"/>
          <a:sy n="80" d="100"/>
        </p:scale>
        <p:origin x="2360" y="6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49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63A1-BE93-4F19-BCAE-33E954C20B2B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DF26E-F902-4582-B614-0C9EE35F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2833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0431-2448-4DC3-AF70-2785FBE2C445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341FE-AE5C-47F1-8FD8-47C4A673A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11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powerpoint-templates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Оригинальные шаблоны для презентаций: </a:t>
            </a:r>
            <a:r>
              <a:rPr lang="ru-RU" sz="1200" dirty="0">
                <a:hlinkClick r:id="rId3"/>
              </a:rPr>
              <a:t>https://presentation-creation.ru/powerpoint-templates.html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 dirty="0"/>
              <a:t>Бесплатно и без регистрации.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4341FE-AE5C-47F1-8FD8-47C4A673A80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61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056784" cy="1412776"/>
          </a:xfrm>
        </p:spPr>
        <p:txBody>
          <a:bodyPr/>
          <a:lstStyle>
            <a:lvl1pPr>
              <a:defRPr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64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омер слайда 5"/>
          <p:cNvSpPr txBox="1">
            <a:spLocks/>
          </p:cNvSpPr>
          <p:nvPr userDrawn="1"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rgbClr val="3399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2"/>
          <p:cNvSpPr>
            <a:spLocks noGrp="1"/>
          </p:cNvSpPr>
          <p:nvPr>
            <p:ph idx="1"/>
          </p:nvPr>
        </p:nvSpPr>
        <p:spPr>
          <a:xfrm>
            <a:off x="107504" y="1412776"/>
            <a:ext cx="6480720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301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71799" y="4406900"/>
            <a:ext cx="5722913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771799" y="2906713"/>
            <a:ext cx="57229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65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79512" y="2060848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4008" y="2071389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3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916832"/>
            <a:ext cx="4176464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51520" y="2556594"/>
            <a:ext cx="4176464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1934294"/>
            <a:ext cx="4248472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6016" y="2574056"/>
            <a:ext cx="4248472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1375310" y="6410896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154184" y="6356350"/>
            <a:ext cx="1649592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471310" y="6356350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93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45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9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3622"/>
            <a:ext cx="3008313" cy="92147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63888" y="1916832"/>
            <a:ext cx="5111750" cy="4353347"/>
          </a:xfrm>
        </p:spPr>
        <p:txBody>
          <a:bodyPr/>
          <a:lstStyle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8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0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0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69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7504" y="1412776"/>
            <a:ext cx="6840760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7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2">
              <a:lumMod val="5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80528" y="140672"/>
            <a:ext cx="9793088" cy="1412776"/>
          </a:xfrm>
        </p:spPr>
        <p:txBody>
          <a:bodyPr>
            <a:noAutofit/>
          </a:bodyPr>
          <a:lstStyle/>
          <a:p>
            <a:r>
              <a:rPr lang="ru-RU" sz="4000" dirty="0"/>
              <a:t>Практическая работа №</a:t>
            </a:r>
            <a:r>
              <a:rPr lang="en-US" sz="4000" dirty="0"/>
              <a:t>21</a:t>
            </a:r>
            <a:br>
              <a:rPr lang="en-US" sz="4000" b="1" dirty="0"/>
            </a:br>
            <a:r>
              <a:rPr lang="ru-RU" sz="4000" dirty="0"/>
              <a:t>Организовать подбор актеров на роли в фильме</a:t>
            </a:r>
            <a:endParaRPr lang="ru-RU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D4DE1-1CA4-3924-81A3-E47C36655EEB}"/>
              </a:ext>
            </a:extLst>
          </p:cNvPr>
          <p:cNvSpPr txBox="1"/>
          <p:nvPr/>
        </p:nvSpPr>
        <p:spPr>
          <a:xfrm>
            <a:off x="0" y="5805264"/>
            <a:ext cx="27597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Выполнил работу студент</a:t>
            </a:r>
            <a:br>
              <a:rPr lang="ru-RU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Рассохин Егор Сергеевич</a:t>
            </a:r>
            <a:br>
              <a:rPr lang="ru-RU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ИНБО-10-23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96325-9C99-01F5-1B1E-32B200BEA441}"/>
              </a:ext>
            </a:extLst>
          </p:cNvPr>
          <p:cNvSpPr txBox="1"/>
          <p:nvPr/>
        </p:nvSpPr>
        <p:spPr>
          <a:xfrm>
            <a:off x="642938" y="43719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787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Процессно-событийная модель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6B439A-232C-0463-FB52-B78859C54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4784"/>
            <a:ext cx="5686400" cy="469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2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CF6CF-A7FC-C577-A182-A0CFD22D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A398A29-2246-5481-AA02-B6AAB997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 (часть 1)</a:t>
            </a:r>
          </a:p>
        </p:txBody>
      </p:sp>
      <p:pic>
        <p:nvPicPr>
          <p:cNvPr id="2" name="Рисунок 1" descr="Изображение выглядит как текст, снимок экрана, Красочность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428D57-AEEF-52A0-A6FD-9C734252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41" y="1359323"/>
            <a:ext cx="5940425" cy="553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6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B24A-D5C6-8630-289C-5D4D30FB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1CF157-CECE-E72A-16EA-2BEFF092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 (часть 2)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D4047E-8C80-DFF2-3229-E1D9110F4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8"/>
            <a:ext cx="5940425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7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2992-546B-DA0B-CD20-5EFCD671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509473B-38FE-0F44-D537-3A1CCB0EC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 (часть 3)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6BA831-16F3-E78B-181D-12D7BDE97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8"/>
            <a:ext cx="5760640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4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5B75-D7B9-D3AE-30A5-DACB300E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F843FC3-D514-50B3-1802-A3E7B485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Текстовое описание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05D23-FB13-105E-AD2B-2D85D287D16C}"/>
              </a:ext>
            </a:extLst>
          </p:cNvPr>
          <p:cNvSpPr txBox="1"/>
          <p:nvPr/>
        </p:nvSpPr>
        <p:spPr>
          <a:xfrm>
            <a:off x="0" y="1340768"/>
            <a:ext cx="5328592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Процесс описывает кастинг актеров для фильма от публикации вакансий до утверждения состава. Процесс инициируется кастинг-директором после получения утвержденного режиссерского сценария. Ключевые этапы: поиск кандидатов, организация проб и утверждение актеров.</a:t>
            </a:r>
            <a:endParaRPr lang="ru-RU" sz="2000" b="1" dirty="0"/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2" name="Picture 8" descr="Появились новые кадры со съемок фильма &quot;Человек-паук: Совершенно новый день&quot;">
            <a:extLst>
              <a:ext uri="{FF2B5EF4-FFF2-40B4-BE49-F238E27FC236}">
                <a16:creationId xmlns:a16="http://schemas.microsoft.com/office/drawing/2014/main" id="{1CBE9478-E660-0BD0-22A4-553F6CEDC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2" y="3782398"/>
            <a:ext cx="4473407" cy="295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16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0465C-1E31-AD9C-A73C-F16021507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EFEB46D-1D7A-9B38-E67A-5398CA38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Основная цепочка событий и функций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80B4B-21D0-C838-03D7-42822DAFBC2D}"/>
              </a:ext>
            </a:extLst>
          </p:cNvPr>
          <p:cNvSpPr txBox="1"/>
          <p:nvPr/>
        </p:nvSpPr>
        <p:spPr>
          <a:xfrm>
            <a:off x="305780" y="1628800"/>
            <a:ext cx="4698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Появилась вакансия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Выполнить поиск в открытых источниках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Поиск выполнен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Организовать проведение проб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Пробы проведены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Утвердить актеров на роли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Актеры утверждены.</a:t>
            </a:r>
            <a:endParaRPr lang="ru-RU" b="1" dirty="0"/>
          </a:p>
        </p:txBody>
      </p:sp>
      <p:pic>
        <p:nvPicPr>
          <p:cNvPr id="2050" name="Picture 2" descr="Кастинг в массовку: как попасть и как проходят съемки, личный опыт">
            <a:extLst>
              <a:ext uri="{FF2B5EF4-FFF2-40B4-BE49-F238E27FC236}">
                <a16:creationId xmlns:a16="http://schemas.microsoft.com/office/drawing/2014/main" id="{F8D85CE3-8234-C173-18C0-9B8FF818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76" y="3941411"/>
            <a:ext cx="4211960" cy="236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C32194-4732-2DEE-6A41-80685784D444}"/>
              </a:ext>
            </a:extLst>
          </p:cNvPr>
          <p:cNvSpPr txBox="1"/>
          <p:nvPr/>
        </p:nvSpPr>
        <p:spPr>
          <a:xfrm>
            <a:off x="5508104" y="1628800"/>
            <a:ext cx="5386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Роли</a:t>
            </a:r>
            <a:r>
              <a:rPr lang="en-US" dirty="0"/>
              <a:t>:</a:t>
            </a:r>
          </a:p>
          <a:p>
            <a:r>
              <a:rPr lang="ru-RU" dirty="0"/>
              <a:t>Кастинг-директор,</a:t>
            </a:r>
          </a:p>
          <a:p>
            <a:r>
              <a:rPr lang="ru-RU" dirty="0"/>
              <a:t>Съемочная группа,</a:t>
            </a:r>
          </a:p>
          <a:p>
            <a:r>
              <a:rPr lang="ru-RU" dirty="0"/>
              <a:t>Режиссер</a:t>
            </a:r>
          </a:p>
        </p:txBody>
      </p:sp>
    </p:spTree>
    <p:extLst>
      <p:ext uri="{BB962C8B-B14F-4D97-AF65-F5344CB8AC3E}">
        <p14:creationId xmlns:p14="http://schemas.microsoft.com/office/powerpoint/2010/main" val="269682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43508" y="2492896"/>
            <a:ext cx="8856984" cy="1224136"/>
          </a:xfrm>
        </p:spPr>
        <p:txBody>
          <a:bodyPr/>
          <a:lstStyle/>
          <a:p>
            <a:r>
              <a:rPr lang="ru-RU" dirty="0"/>
              <a:t>Спасибо за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240085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e27a272af19c9149b54e591d6cbfc26db421"/>
</p:tagLst>
</file>

<file path=ppt/theme/theme1.xml><?xml version="1.0" encoding="utf-8"?>
<a:theme xmlns:a="http://schemas.openxmlformats.org/drawingml/2006/main" name="Тема Office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2413</TotalTime>
  <Words>138</Words>
  <Application>Microsoft Macintosh PowerPoint</Application>
  <PresentationFormat>Экран (4:3)</PresentationFormat>
  <Paragraphs>24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Тема Office</vt:lpstr>
      <vt:lpstr>Практическая работа №21 Организовать подбор актеров на роли в фильме</vt:lpstr>
      <vt:lpstr>Процессно-событийная модель</vt:lpstr>
      <vt:lpstr>Декомпозиция (часть 1)</vt:lpstr>
      <vt:lpstr>Декомпозиция (часть 2)</vt:lpstr>
      <vt:lpstr>Декомпозиция (часть 3)</vt:lpstr>
      <vt:lpstr>Текстовое описание</vt:lpstr>
      <vt:lpstr>Основная цепочка событий и функций</vt:lpstr>
      <vt:lpstr>Спасибо за внимание! </vt:lpstr>
    </vt:vector>
  </TitlesOfParts>
  <Company>presentation-creation.ru</Company>
  <LinksUpToDate>false</LinksUpToDate>
  <SharedDoc>false</SharedDoc>
  <HyperlinkBase>https://presentation-creation.ru/powerpoint-templates.html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Эра инноваций</dc:title>
  <dc:creator>obstinate</dc:creator>
  <dc:description>Шаблон презентации с сайта https://presentation-creation.ru/</dc:description>
  <cp:lastModifiedBy>Aero Batics</cp:lastModifiedBy>
  <cp:revision>1090</cp:revision>
  <dcterms:created xsi:type="dcterms:W3CDTF">2018-02-25T09:09:03Z</dcterms:created>
  <dcterms:modified xsi:type="dcterms:W3CDTF">2025-12-03T12:15:15Z</dcterms:modified>
</cp:coreProperties>
</file>