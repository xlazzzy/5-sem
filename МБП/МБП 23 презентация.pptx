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62" r:id="rId3"/>
    <p:sldId id="265" r:id="rId4"/>
    <p:sldId id="266" r:id="rId5"/>
    <p:sldId id="263" r:id="rId6"/>
    <p:sldId id="260" r:id="rId7"/>
  </p:sldIdLst>
  <p:sldSz cx="9144000" cy="6858000" type="screen4x3"/>
  <p:notesSz cx="6858000" cy="9144000"/>
  <p:custDataLst>
    <p:tags r:id="rId10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74A"/>
    <a:srgbClr val="3399FF"/>
    <a:srgbClr val="666699"/>
    <a:srgbClr val="E59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84591" autoAdjust="0"/>
  </p:normalViewPr>
  <p:slideViewPr>
    <p:cSldViewPr>
      <p:cViewPr>
        <p:scale>
          <a:sx n="174" d="100"/>
          <a:sy n="174" d="100"/>
        </p:scale>
        <p:origin x="144" y="-17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49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63A1-BE93-4F19-BCAE-33E954C20B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DF26E-F902-4582-B614-0C9EE35F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2833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C0431-2448-4DC3-AF70-2785FBE2C445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341FE-AE5C-47F1-8FD8-47C4A673A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11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powerpoint-templates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/>
              <a:t>Оригинальные шаблоны для презентаций: </a:t>
            </a:r>
            <a:r>
              <a:rPr lang="ru-RU" sz="1200" dirty="0">
                <a:hlinkClick r:id="rId3"/>
              </a:rPr>
              <a:t>https://presentation-creation.ru/powerpoint-templates.html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ru-RU" sz="1200" dirty="0"/>
              <a:t>Бесплатно и без регистрации.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4341FE-AE5C-47F1-8FD8-47C4A673A80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61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056784" cy="1412776"/>
          </a:xfrm>
        </p:spPr>
        <p:txBody>
          <a:bodyPr/>
          <a:lstStyle>
            <a:lvl1pPr>
              <a:defRPr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64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омер слайда 5"/>
          <p:cNvSpPr txBox="1">
            <a:spLocks/>
          </p:cNvSpPr>
          <p:nvPr userDrawn="1"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rgbClr val="3399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2"/>
          <p:cNvSpPr>
            <a:spLocks noGrp="1"/>
          </p:cNvSpPr>
          <p:nvPr>
            <p:ph idx="1"/>
          </p:nvPr>
        </p:nvSpPr>
        <p:spPr>
          <a:xfrm>
            <a:off x="107504" y="1412776"/>
            <a:ext cx="6480720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301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71799" y="4406900"/>
            <a:ext cx="5722913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771799" y="2906713"/>
            <a:ext cx="57229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65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79512" y="2060848"/>
            <a:ext cx="4320480" cy="4093915"/>
          </a:xfrm>
        </p:spPr>
        <p:txBody>
          <a:bodyPr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4008" y="2071389"/>
            <a:ext cx="4320480" cy="4093915"/>
          </a:xfrm>
        </p:spPr>
        <p:txBody>
          <a:bodyPr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3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916832"/>
            <a:ext cx="4176464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51520" y="2556594"/>
            <a:ext cx="4176464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16016" y="1934294"/>
            <a:ext cx="4248472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6016" y="2574056"/>
            <a:ext cx="4248472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1375310" y="6410896"/>
            <a:ext cx="1215489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4154184" y="6356350"/>
            <a:ext cx="1649592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471310" y="6356350"/>
            <a:ext cx="1215489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93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45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9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3622"/>
            <a:ext cx="3008313" cy="92147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63888" y="1916832"/>
            <a:ext cx="5111750" cy="4353347"/>
          </a:xfrm>
        </p:spPr>
        <p:txBody>
          <a:bodyPr/>
          <a:lstStyle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8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8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60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0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69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7504" y="1412776"/>
            <a:ext cx="6840760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10.12.2025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7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2">
              <a:lumMod val="5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80528" y="140672"/>
            <a:ext cx="9793088" cy="1412776"/>
          </a:xfrm>
        </p:spPr>
        <p:txBody>
          <a:bodyPr>
            <a:noAutofit/>
          </a:bodyPr>
          <a:lstStyle/>
          <a:p>
            <a:r>
              <a:rPr lang="ru-RU" sz="4000" dirty="0"/>
              <a:t>Практическая работа №23</a:t>
            </a:r>
            <a:br>
              <a:rPr lang="en-US" sz="4000" b="1" dirty="0"/>
            </a:br>
            <a:r>
              <a:rPr lang="ru-RU" sz="4000" dirty="0"/>
              <a:t>Организация работ по изготовлению свадебного торта</a:t>
            </a:r>
            <a:endParaRPr lang="ru-RU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D4DE1-1CA4-3924-81A3-E47C36655EEB}"/>
              </a:ext>
            </a:extLst>
          </p:cNvPr>
          <p:cNvSpPr txBox="1"/>
          <p:nvPr/>
        </p:nvSpPr>
        <p:spPr>
          <a:xfrm>
            <a:off x="0" y="5805264"/>
            <a:ext cx="27597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Выполнил работу студент</a:t>
            </a:r>
            <a:br>
              <a:rPr lang="ru-RU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Рассохин Егор Сергеевич</a:t>
            </a:r>
            <a:br>
              <a:rPr lang="ru-RU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ИНБО-10-23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96325-9C99-01F5-1B1E-32B200BEA441}"/>
              </a:ext>
            </a:extLst>
          </p:cNvPr>
          <p:cNvSpPr txBox="1"/>
          <p:nvPr/>
        </p:nvSpPr>
        <p:spPr>
          <a:xfrm>
            <a:off x="642938" y="43719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787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Контекстная диаграмма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54E24D3-D197-295B-4521-AB05E582E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9854"/>
            <a:ext cx="5940425" cy="464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2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CF6CF-A7FC-C577-A182-A0CFD22D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A398A29-2246-5481-AA02-B6AAB997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Декомпозиция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C027621-164B-C735-321E-29BF5F8CF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8" y="1628800"/>
            <a:ext cx="5938520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6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EB24A-D5C6-8630-289C-5D4D30FB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1CF157-CECE-E72A-16EA-2BEFF092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Декомпозиция подпроцесса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0D4252-C5B9-45CD-EF1E-7D843C108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70395"/>
            <a:ext cx="5940425" cy="41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7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5B75-D7B9-D3AE-30A5-DACB300EB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F843FC3-D514-50B3-1802-A3E7B485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Текстовое описание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2F8245-BBD8-8579-6FDD-DFA20EB97962}"/>
              </a:ext>
            </a:extLst>
          </p:cNvPr>
          <p:cNvSpPr txBox="1"/>
          <p:nvPr/>
        </p:nvSpPr>
        <p:spPr>
          <a:xfrm>
            <a:off x="323528" y="1556792"/>
            <a:ext cx="843006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Субъекты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Кондитер, магазин и клиент</a:t>
            </a:r>
          </a:p>
          <a:p>
            <a:endParaRPr lang="ru-RU" dirty="0"/>
          </a:p>
          <a:p>
            <a:r>
              <a:rPr lang="ru-RU" b="1" dirty="0"/>
              <a:t>Движение информации</a:t>
            </a:r>
            <a:r>
              <a:rPr lang="en-US" b="1" dirty="0"/>
              <a:t>:</a:t>
            </a:r>
            <a:r>
              <a:rPr lang="ru-RU" b="1" dirty="0"/>
              <a:t> </a:t>
            </a:r>
          </a:p>
          <a:p>
            <a:r>
              <a:rPr lang="ru-RU" dirty="0"/>
              <a:t>Процесс инициируется заказом клиента, далее кондитер формирует макет,</a:t>
            </a:r>
          </a:p>
          <a:p>
            <a:r>
              <a:rPr lang="ru-RU" dirty="0"/>
              <a:t>закупаются ингредиенты и запускается процесс приготовления торта.</a:t>
            </a:r>
          </a:p>
          <a:p>
            <a:r>
              <a:rPr lang="ru-RU" dirty="0"/>
              <a:t>Как только торт становится готов, он передается в службу доставки с требованиями</a:t>
            </a:r>
          </a:p>
          <a:p>
            <a:r>
              <a:rPr lang="ru-RU" dirty="0"/>
              <a:t>к транспортировке. В конце формируется акт приёмки-передачи торта.</a:t>
            </a:r>
            <a:endParaRPr lang="en-US" dirty="0"/>
          </a:p>
          <a:p>
            <a:endParaRPr lang="en-US" dirty="0"/>
          </a:p>
          <a:p>
            <a:r>
              <a:rPr lang="ru-RU" b="1" dirty="0"/>
              <a:t>Хранилище</a:t>
            </a:r>
            <a:r>
              <a:rPr lang="en-US" b="1" dirty="0"/>
              <a:t>:</a:t>
            </a:r>
          </a:p>
          <a:p>
            <a:r>
              <a:rPr lang="ru-RU" dirty="0"/>
              <a:t>В рамках работы реализовано хранилище «документы»,</a:t>
            </a:r>
          </a:p>
          <a:p>
            <a:r>
              <a:rPr lang="ru-RU" dirty="0"/>
              <a:t>для хранения информации и документов, полученных при</a:t>
            </a:r>
          </a:p>
          <a:p>
            <a:r>
              <a:rPr lang="ru-RU" dirty="0"/>
              <a:t>изготовлении торта.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816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43508" y="2492896"/>
            <a:ext cx="8856984" cy="1224136"/>
          </a:xfrm>
        </p:spPr>
        <p:txBody>
          <a:bodyPr/>
          <a:lstStyle/>
          <a:p>
            <a:r>
              <a:rPr lang="ru-RU" dirty="0"/>
              <a:t>Спасибо за внимание! </a:t>
            </a:r>
          </a:p>
        </p:txBody>
      </p:sp>
    </p:spTree>
    <p:extLst>
      <p:ext uri="{BB962C8B-B14F-4D97-AF65-F5344CB8AC3E}">
        <p14:creationId xmlns:p14="http://schemas.microsoft.com/office/powerpoint/2010/main" val="240085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8e27a272af19c9149b54e591d6cbfc26db421"/>
</p:tagLst>
</file>

<file path=ppt/theme/theme1.xml><?xml version="1.0" encoding="utf-8"?>
<a:theme xmlns:a="http://schemas.openxmlformats.org/drawingml/2006/main" name="Тема Office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2392</TotalTime>
  <Words>123</Words>
  <Application>Microsoft Macintosh PowerPoint</Application>
  <PresentationFormat>Экран (4:3)</PresentationFormat>
  <Paragraphs>23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Тема Office</vt:lpstr>
      <vt:lpstr>Практическая работа №23 Организация работ по изготовлению свадебного торта</vt:lpstr>
      <vt:lpstr>Контекстная диаграмма</vt:lpstr>
      <vt:lpstr>Декомпозиция</vt:lpstr>
      <vt:lpstr>Декомпозиция подпроцесса</vt:lpstr>
      <vt:lpstr>Текстовое описание</vt:lpstr>
      <vt:lpstr>Спасибо за внимание! </vt:lpstr>
    </vt:vector>
  </TitlesOfParts>
  <Company>presentation-creation.ru</Company>
  <LinksUpToDate>false</LinksUpToDate>
  <SharedDoc>false</SharedDoc>
  <HyperlinkBase>https://presentation-creation.ru/powerpoint-templates.html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Эра инноваций</dc:title>
  <dc:creator>obstinate</dc:creator>
  <dc:description>Шаблон презентации с сайта https://presentation-creation.ru/</dc:description>
  <cp:lastModifiedBy>Aero Batics</cp:lastModifiedBy>
  <cp:revision>1090</cp:revision>
  <dcterms:created xsi:type="dcterms:W3CDTF">2018-02-25T09:09:03Z</dcterms:created>
  <dcterms:modified xsi:type="dcterms:W3CDTF">2025-12-10T12:22:18Z</dcterms:modified>
</cp:coreProperties>
</file>