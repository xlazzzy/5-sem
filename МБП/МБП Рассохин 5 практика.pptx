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62" r:id="rId3"/>
    <p:sldId id="264" r:id="rId4"/>
    <p:sldId id="266" r:id="rId5"/>
    <p:sldId id="265" r:id="rId6"/>
    <p:sldId id="267" r:id="rId7"/>
    <p:sldId id="268" r:id="rId8"/>
    <p:sldId id="260" r:id="rId9"/>
  </p:sldIdLst>
  <p:sldSz cx="9144000" cy="6858000" type="screen4x3"/>
  <p:notesSz cx="6858000" cy="9144000"/>
  <p:custDataLst>
    <p:tags r:id="rId12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74A"/>
    <a:srgbClr val="3399FF"/>
    <a:srgbClr val="666699"/>
    <a:srgbClr val="E59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6" autoAdjust="0"/>
    <p:restoredTop sz="84567" autoAdjust="0"/>
  </p:normalViewPr>
  <p:slideViewPr>
    <p:cSldViewPr>
      <p:cViewPr>
        <p:scale>
          <a:sx n="97" d="100"/>
          <a:sy n="97" d="100"/>
        </p:scale>
        <p:origin x="216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49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63A1-BE93-4F19-BCAE-33E954C20B2B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DF26E-F902-4582-B614-0C9EE35F21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2833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431-2448-4DC3-AF70-2785FBE2C445}" type="datetimeFigureOut">
              <a:rPr lang="ru-RU" smtClean="0"/>
              <a:t>24.09.2025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341FE-AE5C-47F1-8FD8-47C4A673A8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119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powerpoint-templates.html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dirty="0"/>
              <a:t>Оригинальные шаблоны для презентаций: </a:t>
            </a:r>
            <a:r>
              <a:rPr lang="ru-RU" sz="1200" dirty="0">
                <a:hlinkClick r:id="rId3"/>
              </a:rPr>
              <a:t>https://presentation-creation.ru/powerpoint-templates.html</a:t>
            </a:r>
            <a:r>
              <a:rPr lang="en-US" sz="1200" dirty="0"/>
              <a:t> </a:t>
            </a:r>
            <a:endParaRPr lang="ru-RU" sz="1200" dirty="0"/>
          </a:p>
          <a:p>
            <a:r>
              <a:rPr lang="ru-RU" sz="1200" dirty="0"/>
              <a:t>Бесплатно и без регистрации.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4341FE-AE5C-47F1-8FD8-47C4A673A80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61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95536" y="188640"/>
            <a:ext cx="7056784" cy="1412776"/>
          </a:xfrm>
        </p:spPr>
        <p:txBody>
          <a:bodyPr/>
          <a:lstStyle>
            <a:lvl1pPr>
              <a:defRPr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</a:t>
            </a:r>
            <a:r>
              <a:rPr lang="en-US" dirty="0"/>
              <a:t> </a:t>
            </a:r>
            <a:r>
              <a:rPr lang="ru-RU" dirty="0"/>
              <a:t>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642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омер слайда 5"/>
          <p:cNvSpPr txBox="1">
            <a:spLocks/>
          </p:cNvSpPr>
          <p:nvPr userDrawn="1"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rgbClr val="3399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2"/>
          <p:cNvSpPr>
            <a:spLocks noGrp="1"/>
          </p:cNvSpPr>
          <p:nvPr>
            <p:ph idx="1"/>
          </p:nvPr>
        </p:nvSpPr>
        <p:spPr>
          <a:xfrm>
            <a:off x="107504" y="1412776"/>
            <a:ext cx="648072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301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1799" y="4406900"/>
            <a:ext cx="5722913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771799" y="2906713"/>
            <a:ext cx="57229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65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79512" y="2060848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4008" y="2071389"/>
            <a:ext cx="4320480" cy="4093915"/>
          </a:xfrm>
        </p:spPr>
        <p:txBody>
          <a:bodyPr/>
          <a:lstStyle>
            <a:lvl1pPr>
              <a:defRPr sz="28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 sz="2400"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 sz="2000"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 sz="1800"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 sz="1800">
                <a:solidFill>
                  <a:schemeClr val="bg1">
                    <a:lumMod val="9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3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916832"/>
            <a:ext cx="4176464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51520" y="2556594"/>
            <a:ext cx="4176464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716016" y="1934294"/>
            <a:ext cx="4248472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716016" y="2574056"/>
            <a:ext cx="4248472" cy="3951288"/>
          </a:xfrm>
        </p:spPr>
        <p:txBody>
          <a:bodyPr/>
          <a:lstStyle>
            <a:lvl1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18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16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1375310" y="6410896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154184" y="6356350"/>
            <a:ext cx="1649592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471310" y="6356350"/>
            <a:ext cx="1215489" cy="365125"/>
          </a:xfrm>
        </p:spPr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99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45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9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3622"/>
            <a:ext cx="3008313" cy="92147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3888" y="1916832"/>
            <a:ext cx="5111750" cy="4353347"/>
          </a:xfrm>
        </p:spPr>
        <p:txBody>
          <a:bodyPr/>
          <a:lstStyle>
            <a:lvl1pPr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 sz="2800"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 sz="2000"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4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0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0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695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1224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7504" y="1412776"/>
            <a:ext cx="6840760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A5E48A96-E1BB-4C8F-80B2-32A47A48A9D5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44A1F6A-164B-43BA-A19E-4AE6BB502A21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72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2">
              <a:lumMod val="5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3608" y="332656"/>
            <a:ext cx="7056784" cy="1412776"/>
          </a:xfrm>
        </p:spPr>
        <p:txBody>
          <a:bodyPr>
            <a:noAutofit/>
          </a:bodyPr>
          <a:lstStyle/>
          <a:p>
            <a:r>
              <a:rPr lang="ru-RU" sz="4800" dirty="0"/>
              <a:t>Практическая работа №5</a:t>
            </a:r>
            <a:br>
              <a:rPr lang="en-US" sz="4800" b="1" dirty="0"/>
            </a:br>
            <a:r>
              <a:rPr lang="ru-RU" sz="4800" b="1" dirty="0"/>
              <a:t>Сборка каркасного дома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D4DE1-1CA4-3924-81A3-E47C36655EEB}"/>
              </a:ext>
            </a:extLst>
          </p:cNvPr>
          <p:cNvSpPr txBox="1"/>
          <p:nvPr/>
        </p:nvSpPr>
        <p:spPr>
          <a:xfrm>
            <a:off x="0" y="5805264"/>
            <a:ext cx="27597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Выполнил работу студент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Рассохин Егор Сергеевич</a:t>
            </a:r>
            <a:br>
              <a:rPr lang="ru-RU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ИНБО-10-23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F96325-9C99-01F5-1B1E-32B200BEA441}"/>
              </a:ext>
            </a:extLst>
          </p:cNvPr>
          <p:cNvSpPr txBox="1"/>
          <p:nvPr/>
        </p:nvSpPr>
        <p:spPr>
          <a:xfrm>
            <a:off x="642938" y="43719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787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Контекстная диаграмма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5933A4-A413-B528-6C0C-4DEF09790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1454956"/>
            <a:ext cx="5760640" cy="399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2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F2B6-948A-B680-D7C7-096EAA14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E96ED58-5AAD-82C8-7995-CFE8ED99E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Описание декомпозиции контекстной диаграммы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781E0-A586-A3CF-8214-40734DEE0106}"/>
              </a:ext>
            </a:extLst>
          </p:cNvPr>
          <p:cNvSpPr txBox="1"/>
          <p:nvPr/>
        </p:nvSpPr>
        <p:spPr>
          <a:xfrm>
            <a:off x="107504" y="1374553"/>
            <a:ext cx="8856984" cy="1992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400" kern="1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Бизнес-процесс «Сборка каркасного дома» включает последовательное выполнение этапов строительства с целью получения готового каркасного дома. </a:t>
            </a:r>
          </a:p>
          <a:p>
            <a:pPr indent="450215" algn="just">
              <a:lnSpc>
                <a:spcPct val="150000"/>
              </a:lnSpc>
              <a:buNone/>
            </a:pPr>
            <a:r>
              <a:rPr lang="ru-RU" sz="1400" kern="10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Первый подпроцесс — возведение фундамента, цель которого создать прочную основу для дома. На этом этапе используются проектная документация, материалы и земельный участок. В результате получается готовый фундамент. Работы выполняются строительной бригадой с применением техники и инструментов, при контроле строительных норм, графика работ и бюджета.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4551F-2DC4-7608-3AFC-8D088B61CE8F}"/>
              </a:ext>
            </a:extLst>
          </p:cNvPr>
          <p:cNvSpPr txBox="1"/>
          <p:nvPr/>
        </p:nvSpPr>
        <p:spPr>
          <a:xfrm>
            <a:off x="1971675" y="39433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EF424-7C84-0771-B322-5C756C7329EB}"/>
              </a:ext>
            </a:extLst>
          </p:cNvPr>
          <p:cNvSpPr txBox="1"/>
          <p:nvPr/>
        </p:nvSpPr>
        <p:spPr>
          <a:xfrm>
            <a:off x="109265" y="5031881"/>
            <a:ext cx="4678759" cy="16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400" kern="1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Каркас далее служит входом для монтажа крыши. Подпроцесс монтажа крыши обеспечивает защиту дома и завершает коробку здания. Для его выполнения необходимы кровельные материалы и установленный каркас. Выходом становится дом с готовой крышей.</a:t>
            </a:r>
            <a:endParaRPr lang="ru-RU" sz="1400" kern="100" dirty="0">
              <a:solidFill>
                <a:schemeClr val="accent2">
                  <a:lumMod val="50000"/>
                </a:schemeClr>
              </a:solidFill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8133D-E7C7-F599-C4DB-C584FC0E2774}"/>
              </a:ext>
            </a:extLst>
          </p:cNvPr>
          <p:cNvSpPr txBox="1"/>
          <p:nvPr/>
        </p:nvSpPr>
        <p:spPr>
          <a:xfrm>
            <a:off x="107504" y="3362450"/>
            <a:ext cx="5832648" cy="1669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400" kern="1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Фундамент затем передаётся как вход для следующего этапа — возведения каркаса. Подпроцесс возведения каркаса направлен на сооружение стен и перекрытий дома. Входами являются документация, пиломатериалы и готовый фундамент. Результатом работы становится установленный каркас дома. </a:t>
            </a:r>
          </a:p>
        </p:txBody>
      </p:sp>
    </p:spTree>
    <p:extLst>
      <p:ext uri="{BB962C8B-B14F-4D97-AF65-F5344CB8AC3E}">
        <p14:creationId xmlns:p14="http://schemas.microsoft.com/office/powerpoint/2010/main" val="2800732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FF936-67D0-2B40-05B2-75D67A0E4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26DC932-4258-7C16-2A15-3E2C5CD7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Декомпозиция контекстной диаграммы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8BC932-C196-1433-F29B-7C310CAF2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9" y="1484784"/>
            <a:ext cx="5777185" cy="418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103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6B939-3EBF-B1DE-82E5-EBC5BD65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6008D60-BE66-CE8D-0B15-A69E6D38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элементов диаграммы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5829C-0EB3-2B71-C890-DA4C2C8B4DF5}"/>
              </a:ext>
            </a:extLst>
          </p:cNvPr>
          <p:cNvSpPr txBox="1"/>
          <p:nvPr/>
        </p:nvSpPr>
        <p:spPr>
          <a:xfrm>
            <a:off x="107504" y="1374553"/>
            <a:ext cx="568863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Входы</a:t>
            </a: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4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 начала работ — формальное разрешение на старт строительства.</a:t>
            </a: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Бетон — строительный материал для устройства фундамента.</a:t>
            </a: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Арматура — металлический каркас для усиления фундамента.</a:t>
            </a: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Пиломатериалы — доски и брусья для возведения каркаса дома.</a:t>
            </a: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Кровельные материалы — покрытия и утеплители для монтажа крыши.</a:t>
            </a: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Земельный участок — подготовленная строительная площадка для возведения дома.</a:t>
            </a:r>
          </a:p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Выходы:</a:t>
            </a:r>
            <a:endParaRPr lang="ru-RU" sz="14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Готовый каркасный дом — результат сборки, коробка здания с крышей.</a:t>
            </a: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 выполненных работ — документальное подтверждение завершения строительства.</a:t>
            </a:r>
          </a:p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Управление:</a:t>
            </a:r>
            <a:endParaRPr lang="ru-RU" sz="14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Строительные нормы и правила — нормативы, определяющие качество и безопасность работ.</a:t>
            </a: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Чертёж — проектная документация, регламентирующая размеры и конструктивные решения.</a:t>
            </a: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строительства и бюджет — план выполнения работ с контрольными сроками и финансовыми ограничениями.</a:t>
            </a:r>
          </a:p>
          <a:p>
            <a:r>
              <a:rPr lang="ru-RU" sz="1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Механизмы:</a:t>
            </a:r>
            <a:endParaRPr lang="ru-RU" sz="14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Строительная бригада — рабочая сила, выполняющая строительные операции.</a:t>
            </a:r>
          </a:p>
          <a:p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Строительная техника и инструменты — оборудование, обеспечивающее выполнение технологических процессов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AB6E5-E939-0A00-2C34-AEC842BE41D4}"/>
              </a:ext>
            </a:extLst>
          </p:cNvPr>
          <p:cNvSpPr txBox="1"/>
          <p:nvPr/>
        </p:nvSpPr>
        <p:spPr>
          <a:xfrm>
            <a:off x="1971675" y="39433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36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27453-C026-348B-C4A9-07F740751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FD7983F-8CBB-9A17-AD1A-BED8D84C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Описание декомпозиции процесса «возведение фундамента»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46435-8F7A-ED7C-C1A4-4B2FB3F52BE9}"/>
              </a:ext>
            </a:extLst>
          </p:cNvPr>
          <p:cNvSpPr txBox="1"/>
          <p:nvPr/>
        </p:nvSpPr>
        <p:spPr>
          <a:xfrm>
            <a:off x="0" y="1438711"/>
            <a:ext cx="8856984" cy="2644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Бизнес-процесс «Возведение фундамента» включает последовательное выполнение 3 этапов. 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На этапе подготовки основания выполняются работы по выравниванию участка и подготовке под фундамент с использованием проектной документации, строительной техники и инструментов, при соблюдении строительных норм, графика и бюджета; результатом становится готовое основание, передаваемое для следующего этапа. </a:t>
            </a:r>
          </a:p>
          <a:p>
            <a:pPr algn="just">
              <a:lnSpc>
                <a:spcPct val="150000"/>
              </a:lnSpc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Подпроцесс установки опалубки и армирования обеспечивает создание формы фундамента и его укрепление арматурой; для работы используются арматура, чертежи, а результат — готовая форма фундамента, передаваемая для заливки бетона.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8C2BF-EB5D-8B36-0F92-7F00AF5F62E2}"/>
              </a:ext>
            </a:extLst>
          </p:cNvPr>
          <p:cNvSpPr txBox="1"/>
          <p:nvPr/>
        </p:nvSpPr>
        <p:spPr>
          <a:xfrm>
            <a:off x="1971675" y="39433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DE8F9E-B3F7-9502-DDD4-CCE723CDE63F}"/>
              </a:ext>
            </a:extLst>
          </p:cNvPr>
          <p:cNvSpPr txBox="1"/>
          <p:nvPr/>
        </p:nvSpPr>
        <p:spPr>
          <a:xfrm>
            <a:off x="0" y="3943350"/>
            <a:ext cx="5940152" cy="1997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Подпроцесс заливки бетона завершает формирование прочного фундамента с использованием бетонной смеси, техники и инструментов, при контроле качества и соответствия нормам, выходом является готовый фундамент. Все этапы связаны передачей результата следующему этапу, обеспечивая последовательность, контроль качества и соответствие строительным требованиям.</a:t>
            </a:r>
          </a:p>
        </p:txBody>
      </p:sp>
    </p:spTree>
    <p:extLst>
      <p:ext uri="{BB962C8B-B14F-4D97-AF65-F5344CB8AC3E}">
        <p14:creationId xmlns:p14="http://schemas.microsoft.com/office/powerpoint/2010/main" val="1763648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0C2C-03DB-09C9-6163-D5DD49CDC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67DEA31-F076-F7E7-98FD-BD52B432D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Декомпозиция процесса «возведение фундамента»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A003AF-D771-C8D5-8771-BAFD1C28D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5" y="1484784"/>
            <a:ext cx="5832648" cy="406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497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43508" y="2492896"/>
            <a:ext cx="8856984" cy="1224136"/>
          </a:xfrm>
        </p:spPr>
        <p:txBody>
          <a:bodyPr/>
          <a:lstStyle/>
          <a:p>
            <a:r>
              <a:rPr lang="ru-RU" dirty="0"/>
              <a:t>Спасибо за внимание! </a:t>
            </a:r>
          </a:p>
        </p:txBody>
      </p:sp>
    </p:spTree>
    <p:extLst>
      <p:ext uri="{BB962C8B-B14F-4D97-AF65-F5344CB8AC3E}">
        <p14:creationId xmlns:p14="http://schemas.microsoft.com/office/powerpoint/2010/main" val="240085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27a272af19c9149b54e591d6cbfc26db421"/>
</p:tagLst>
</file>

<file path=ppt/theme/theme1.xml><?xml version="1.0" encoding="utf-8"?>
<a:theme xmlns:a="http://schemas.openxmlformats.org/drawingml/2006/main" name="Тема Office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492</Words>
  <Application>Microsoft Macintosh PowerPoint</Application>
  <PresentationFormat>Экран (4:3)</PresentationFormat>
  <Paragraphs>37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Liberation Serif</vt:lpstr>
      <vt:lpstr>Times New Roman</vt:lpstr>
      <vt:lpstr>Тема Office</vt:lpstr>
      <vt:lpstr>Практическая работа №5 Сборка каркасного дома</vt:lpstr>
      <vt:lpstr>Контекстная диаграмма</vt:lpstr>
      <vt:lpstr>Описание декомпозиции контекстной диаграммы</vt:lpstr>
      <vt:lpstr>Декомпозиция контекстной диаграммы</vt:lpstr>
      <vt:lpstr>Описание элементов диаграммы</vt:lpstr>
      <vt:lpstr>Описание декомпозиции процесса «возведение фундамента»</vt:lpstr>
      <vt:lpstr>Декомпозиция процесса «возведение фундамента»</vt:lpstr>
      <vt:lpstr>Спасибо за внимание! </vt:lpstr>
    </vt:vector>
  </TitlesOfParts>
  <Company>presentation-creation.ru</Company>
  <LinksUpToDate>false</LinksUpToDate>
  <SharedDoc>false</SharedDoc>
  <HyperlinkBase>https://presentation-creation.ru/powerpoint-templates.html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Эра инноваций</dc:title>
  <dc:creator>obstinate</dc:creator>
  <dc:description>Шаблон презентации с сайта https://presentation-creation.ru/</dc:description>
  <cp:lastModifiedBy>Aero Batics</cp:lastModifiedBy>
  <cp:revision>1082</cp:revision>
  <dcterms:created xsi:type="dcterms:W3CDTF">2018-02-25T09:09:03Z</dcterms:created>
  <dcterms:modified xsi:type="dcterms:W3CDTF">2025-09-24T11:47:17Z</dcterms:modified>
</cp:coreProperties>
</file>