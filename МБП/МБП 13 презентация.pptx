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2" r:id="rId3"/>
    <p:sldId id="263" r:id="rId4"/>
    <p:sldId id="264" r:id="rId5"/>
    <p:sldId id="260" r:id="rId6"/>
  </p:sldIdLst>
  <p:sldSz cx="9144000" cy="6858000" type="screen4x3"/>
  <p:notesSz cx="6858000" cy="9144000"/>
  <p:custDataLst>
    <p:tags r:id="rId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84591" autoAdjust="0"/>
  </p:normalViewPr>
  <p:slideViewPr>
    <p:cSldViewPr>
      <p:cViewPr>
        <p:scale>
          <a:sx n="142" d="100"/>
          <a:sy n="142" d="100"/>
        </p:scale>
        <p:origin x="568" y="-16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4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Бесплатно и без регистрации.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056784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107504" y="1412776"/>
            <a:ext cx="648072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412776"/>
            <a:ext cx="684076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5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332656"/>
            <a:ext cx="8208912" cy="1412776"/>
          </a:xfrm>
        </p:spPr>
        <p:txBody>
          <a:bodyPr>
            <a:noAutofit/>
          </a:bodyPr>
          <a:lstStyle/>
          <a:p>
            <a:r>
              <a:rPr lang="ru-RU" sz="4800" dirty="0"/>
              <a:t>Практическая работа №</a:t>
            </a:r>
            <a:r>
              <a:rPr lang="en-US" sz="4800" dirty="0"/>
              <a:t>13</a:t>
            </a:r>
            <a:br>
              <a:rPr lang="en-US" sz="4800" b="1" dirty="0"/>
            </a:br>
            <a:r>
              <a:rPr lang="ru-RU" sz="4800" dirty="0"/>
              <a:t>Приготовление сырного супа</a:t>
            </a:r>
            <a:endParaRPr lang="ru-RU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D4DE1-1CA4-3924-81A3-E47C36655EEB}"/>
              </a:ext>
            </a:extLst>
          </p:cNvPr>
          <p:cNvSpPr txBox="1"/>
          <p:nvPr/>
        </p:nvSpPr>
        <p:spPr>
          <a:xfrm>
            <a:off x="0" y="5805264"/>
            <a:ext cx="275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Выполнил работу студент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Рассохин Егор Сергеевич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ИНБО-10-23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325-9C99-01F5-1B1E-32B200BEA441}"/>
              </a:ext>
            </a:extLst>
          </p:cNvPr>
          <p:cNvSpPr txBox="1"/>
          <p:nvPr/>
        </p:nvSpPr>
        <p:spPr>
          <a:xfrm>
            <a:off x="642938" y="4371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BFBCF7-15AB-2043-B2D0-7A1F5C771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44000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5B75-D7B9-D3AE-30A5-DACB300E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F843FC3-D514-50B3-1802-A3E7B485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05D23-FB13-105E-AD2B-2D85D287D16C}"/>
              </a:ext>
            </a:extLst>
          </p:cNvPr>
          <p:cNvSpPr txBox="1"/>
          <p:nvPr/>
        </p:nvSpPr>
        <p:spPr>
          <a:xfrm>
            <a:off x="-252536" y="1340768"/>
            <a:ext cx="5328592" cy="4749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buNone/>
            </a:pPr>
            <a:r>
              <a:rPr lang="ru-RU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FreeSans"/>
              </a:rPr>
              <a:t>Цель процесса</a:t>
            </a:r>
            <a:endParaRPr lang="ru-RU" sz="1600" kern="100" dirty="0">
              <a:effectLst/>
              <a:latin typeface="Liberation Serif"/>
              <a:ea typeface="Droid Sans Fallback"/>
              <a:cs typeface="FreeSans"/>
            </a:endParaRPr>
          </a:p>
          <a:p>
            <a:pPr marL="455613" indent="-6350" algn="just">
              <a:lnSpc>
                <a:spcPct val="150000"/>
              </a:lnSpc>
              <a:buNone/>
            </a:pPr>
            <a:r>
              <a:rPr lang="ru-RU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FreeSans"/>
              </a:rPr>
              <a:t>Выполнение индивидуального заказа клиента от момента поступления заказа до подачи готового блюда.</a:t>
            </a:r>
            <a:endParaRPr lang="ru-RU" sz="1600" kern="100" dirty="0">
              <a:effectLst/>
              <a:latin typeface="Liberation Serif"/>
              <a:ea typeface="Droid Sans Fallback"/>
              <a:cs typeface="FreeSans"/>
            </a:endParaRPr>
          </a:p>
          <a:p>
            <a:pPr indent="450215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Пулы</a:t>
            </a:r>
          </a:p>
          <a:p>
            <a:pPr marL="455613" indent="-6350">
              <a:lnSpc>
                <a:spcPct val="150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разделён на следующие треки: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официант, шеф-повар,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ru-RU" sz="16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повар.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Инициирующее событие</a:t>
            </a:r>
          </a:p>
          <a:p>
            <a:pPr marL="450215">
              <a:lnSpc>
                <a:spcPct val="150000"/>
              </a:lnSpc>
              <a:buNone/>
            </a:pPr>
            <a:r>
              <a:rPr lang="ru-RU" sz="16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Поступил заказ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стартовое событие, инициирующее выполнение процесса.</a:t>
            </a:r>
          </a:p>
          <a:p>
            <a:pPr marL="450215">
              <a:spcAft>
                <a:spcPts val="500"/>
              </a:spcAft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Завершающее событие</a:t>
            </a:r>
          </a:p>
          <a:p>
            <a:pPr marL="450215">
              <a:lnSpc>
                <a:spcPct val="150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Блюдо готово и подано клиенту 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роцесс считается завершённым.</a:t>
            </a:r>
          </a:p>
          <a:p>
            <a:pPr marL="450215">
              <a:lnSpc>
                <a:spcPct val="150000"/>
              </a:lnSpc>
              <a:buNone/>
            </a:pP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6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465C-1E31-AD9C-A73C-F1602150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EFEB46D-1D7A-9B38-E67A-5398CA38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  <a:r>
              <a:rPr lang="en-US" dirty="0"/>
              <a:t> </a:t>
            </a:r>
            <a:r>
              <a:rPr lang="ru-RU" dirty="0"/>
              <a:t>ролей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80B4B-21D0-C838-03D7-42822DAFBC2D}"/>
              </a:ext>
            </a:extLst>
          </p:cNvPr>
          <p:cNvSpPr txBox="1"/>
          <p:nvPr/>
        </p:nvSpPr>
        <p:spPr>
          <a:xfrm>
            <a:off x="0" y="1352803"/>
            <a:ext cx="538700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Официант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Принять заказ у клиента.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Официант получает информацию о заказе и уточняет детали.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Передать заказ шеф-повару.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 передаётся на кухню для обработки и начала приготовления.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Подать готовое блюдо клиенту.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Готовый заказ подается клиенту.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Шеф-повар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заказ и выбрать рецепт.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заказа выбирается подходящий рецепт.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Артефакт: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«Рецепт выбранного блюда».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качество и внешний вид блюда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Проверяется качество приготовленного блюда.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Повар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Подпроцесс «Приготовить блюдо».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Подпроцесс развёрнут и включает следующие этапы: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ингредиенты;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Приготовить бульон;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Приготовить блюдо по рецепту;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вкус.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Шлюз: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вкус устроил?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нет,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выполняется задача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«Скорректировать вкус»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да, процесс продолжается.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82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43508" y="2492896"/>
            <a:ext cx="8856984" cy="1224136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27a272af19c9149b54e591d6cbfc26db421"/>
</p:tagLst>
</file>

<file path=ppt/theme/theme1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229</Words>
  <Application>Microsoft Macintosh PowerPoint</Application>
  <PresentationFormat>Экран (4:3)</PresentationFormat>
  <Paragraphs>37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Liberation Serif</vt:lpstr>
      <vt:lpstr>Times New Roman</vt:lpstr>
      <vt:lpstr>Тема Office</vt:lpstr>
      <vt:lpstr>Практическая работа №13 Приготовление сырного супа</vt:lpstr>
      <vt:lpstr>Контекстная диаграмма</vt:lpstr>
      <vt:lpstr>Текстовое описание</vt:lpstr>
      <vt:lpstr>Текстовое описание ролей</vt:lpstr>
      <vt:lpstr>Спасибо за внимание! 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инноваций</dc:title>
  <dc:creator>obstinate</dc:creator>
  <dc:description>Шаблон презентации с сайта https://presentation-creation.ru/</dc:description>
  <cp:lastModifiedBy>Aero Batics</cp:lastModifiedBy>
  <cp:revision>1088</cp:revision>
  <dcterms:created xsi:type="dcterms:W3CDTF">2018-02-25T09:09:03Z</dcterms:created>
  <dcterms:modified xsi:type="dcterms:W3CDTF">2025-10-29T12:15:09Z</dcterms:modified>
</cp:coreProperties>
</file>