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2" r:id="rId3"/>
    <p:sldId id="265" r:id="rId4"/>
    <p:sldId id="266" r:id="rId5"/>
    <p:sldId id="267" r:id="rId6"/>
    <p:sldId id="263" r:id="rId7"/>
    <p:sldId id="264" r:id="rId8"/>
    <p:sldId id="268" r:id="rId9"/>
    <p:sldId id="260" r:id="rId10"/>
  </p:sldIdLst>
  <p:sldSz cx="9144000" cy="6858000" type="screen4x3"/>
  <p:notesSz cx="6858000" cy="9144000"/>
  <p:custDataLst>
    <p:tags r:id="rId1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74A"/>
    <a:srgbClr val="3399FF"/>
    <a:srgbClr val="666699"/>
    <a:srgbClr val="E59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84591" autoAdjust="0"/>
  </p:normalViewPr>
  <p:slideViewPr>
    <p:cSldViewPr>
      <p:cViewPr varScale="1">
        <p:scale>
          <a:sx n="91" d="100"/>
          <a:sy n="91" d="100"/>
        </p:scale>
        <p:origin x="210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49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63A1-BE93-4F19-BCAE-33E954C20B2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DF26E-F902-4582-B614-0C9EE35F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83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431-2448-4DC3-AF70-2785FBE2C445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341FE-AE5C-47F1-8FD8-47C4A673A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1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powerpoint-template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Оригинальные шаблоны для презентаций: </a:t>
            </a:r>
            <a:r>
              <a:rPr lang="ru-RU" sz="1200" dirty="0">
                <a:hlinkClick r:id="rId3"/>
              </a:rPr>
              <a:t>https://presentation-creation.ru/powerpoint-templates.html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Бесплатно и без регистрации.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61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056784" cy="1412776"/>
          </a:xfrm>
        </p:spPr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омер слайда 5"/>
          <p:cNvSpPr txBox="1">
            <a:spLocks/>
          </p:cNvSpPr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rgbClr val="3399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2"/>
          <p:cNvSpPr>
            <a:spLocks noGrp="1"/>
          </p:cNvSpPr>
          <p:nvPr>
            <p:ph idx="1"/>
          </p:nvPr>
        </p:nvSpPr>
        <p:spPr>
          <a:xfrm>
            <a:off x="107504" y="1412776"/>
            <a:ext cx="648072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30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1799" y="4406900"/>
            <a:ext cx="5722913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1799" y="2906713"/>
            <a:ext cx="57229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2060848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4008" y="2071389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4176464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51520" y="2556594"/>
            <a:ext cx="4176464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934294"/>
            <a:ext cx="424847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2574056"/>
            <a:ext cx="4248472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375310" y="6410896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154184" y="6356350"/>
            <a:ext cx="164959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471310" y="6356350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9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3622"/>
            <a:ext cx="3008313" cy="92147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3888" y="1916832"/>
            <a:ext cx="5111750" cy="4353347"/>
          </a:xfr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0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7504" y="1412776"/>
            <a:ext cx="684076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5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80528" y="140672"/>
            <a:ext cx="9793088" cy="1412776"/>
          </a:xfrm>
        </p:spPr>
        <p:txBody>
          <a:bodyPr>
            <a:noAutofit/>
          </a:bodyPr>
          <a:lstStyle/>
          <a:p>
            <a:r>
              <a:rPr lang="ru-RU" sz="4000" dirty="0"/>
              <a:t>Практическая работа №</a:t>
            </a:r>
            <a:r>
              <a:rPr lang="en-US" sz="4000" dirty="0"/>
              <a:t>1</a:t>
            </a:r>
            <a:r>
              <a:rPr lang="ru-RU" sz="4000" dirty="0"/>
              <a:t>4</a:t>
            </a:r>
            <a:br>
              <a:rPr lang="en-US" sz="4000" b="1" dirty="0"/>
            </a:br>
            <a:r>
              <a:rPr lang="ru-RU" sz="4000" dirty="0"/>
              <a:t>Организация работ по изготовлению свадебного торта</a:t>
            </a:r>
            <a:endParaRPr lang="ru-RU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D4DE1-1CA4-3924-81A3-E47C36655EEB}"/>
              </a:ext>
            </a:extLst>
          </p:cNvPr>
          <p:cNvSpPr txBox="1"/>
          <p:nvPr/>
        </p:nvSpPr>
        <p:spPr>
          <a:xfrm>
            <a:off x="0" y="5805264"/>
            <a:ext cx="2759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Выполнил работу студент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Рассохин Егор Сергеевич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ИНБО-10-23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96325-9C99-01F5-1B1E-32B200BEA441}"/>
              </a:ext>
            </a:extLst>
          </p:cNvPr>
          <p:cNvSpPr txBox="1"/>
          <p:nvPr/>
        </p:nvSpPr>
        <p:spPr>
          <a:xfrm>
            <a:off x="642938" y="4371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78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Контекстная диаграмма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065410-8B59-512C-83B9-21BC6B8F6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9144000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CF6CF-A7FC-C577-A182-A0CFD22D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A398A29-2246-5481-AA02-B6AAB997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Контекстная диаграмма (часть 1)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649679-032E-5EFC-8045-BACB75ADA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9164196" cy="55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609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B24A-D5C6-8630-289C-5D4D30FB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1CF157-CECE-E72A-16EA-2BEFF092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Контекстная диаграмма (часть 2)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A32E31-1DED-567F-83E3-BDA2593BD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887"/>
            <a:ext cx="9144000" cy="554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178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2992-546B-DA0B-CD20-5EFCD671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509473B-38FE-0F44-D537-3A1CCB0E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Контекстная диаграмма (часть 3)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C358D3-8CD1-F514-9549-C613B1377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556792"/>
            <a:ext cx="7560840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49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5B75-D7B9-D3AE-30A5-DACB300EB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F843FC3-D514-50B3-1802-A3E7B485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Текстовое описание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05D23-FB13-105E-AD2B-2D85D287D16C}"/>
              </a:ext>
            </a:extLst>
          </p:cNvPr>
          <p:cNvSpPr txBox="1"/>
          <p:nvPr/>
        </p:nvSpPr>
        <p:spPr>
          <a:xfrm>
            <a:off x="0" y="1340768"/>
            <a:ext cx="5328592" cy="516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Цель процесса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Выполнение индивидуального заказа клиента — от момента поступления заказа до передачи готового свадебного торта.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Роли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Процесс разделён на следующие треки: менеджер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повар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работник службы доставки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Инициирующее событие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Поступил заказ — стартовое событие, инициирующее выполнение процесса.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Завершающее событие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Заказ завершён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после передачи торта клиенту и получения отзыва заказ считается завершённым</a:t>
            </a:r>
          </a:p>
          <a:p>
            <a:pPr marL="450215">
              <a:lnSpc>
                <a:spcPct val="150000"/>
              </a:lnSpc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6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465C-1E31-AD9C-A73C-F16021507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EFEB46D-1D7A-9B38-E67A-5398CA38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Текстовое описание</a:t>
            </a:r>
            <a:r>
              <a:rPr lang="en-US" dirty="0"/>
              <a:t> </a:t>
            </a:r>
            <a:r>
              <a:rPr lang="ru-RU" dirty="0"/>
              <a:t>ролей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80B4B-21D0-C838-03D7-42822DAFBC2D}"/>
              </a:ext>
            </a:extLst>
          </p:cNvPr>
          <p:cNvSpPr txBox="1"/>
          <p:nvPr/>
        </p:nvSpPr>
        <p:spPr>
          <a:xfrm>
            <a:off x="0" y="1352803"/>
            <a:ext cx="538700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Роль: Менеджер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Принять заказ.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Менеджер получает информацию о заказе и уточняет детали.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Сформировать документы по заказу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Менеджер формирует документацию по заказу с итоговой суммой к оплате.</a:t>
            </a:r>
          </a:p>
          <a:p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Артефакт: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«Товарная накладная».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Отправить заказ на оплату клиенту.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Сформированные документы направляются клиенту на утверждение.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Получить оплату от клиента.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Получение оплаты по заказу.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Отправить форму для отзыва.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клиенту сообщения с просьбой оставить отзыв.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Получить отзыв.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Получение обратной связи от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269682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C833-C001-CBC0-8720-85D47561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481E9FE-72AD-EAAF-6FD1-0B9D0339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Текстовое описание</a:t>
            </a:r>
            <a:r>
              <a:rPr lang="en-US" dirty="0"/>
              <a:t> </a:t>
            </a:r>
            <a:r>
              <a:rPr lang="ru-RU" dirty="0"/>
              <a:t>ролей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BCF2C-0E18-774F-1E4A-57B1B46A7DA8}"/>
              </a:ext>
            </a:extLst>
          </p:cNvPr>
          <p:cNvSpPr txBox="1"/>
          <p:nvPr/>
        </p:nvSpPr>
        <p:spPr>
          <a:xfrm>
            <a:off x="0" y="1352803"/>
            <a:ext cx="538700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Роль: Повар</a:t>
            </a:r>
          </a:p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Последовательный подпроцесс – Изготовить свадебный торт</a:t>
            </a:r>
            <a:b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 рамках подпроцесса выполняются следующие задачи: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Получить дизайн торта, закупить ингредиенты, приготовить торт, цикл оформить торт, проверить внешний вид, шлюз «торт устраивает?», да – передать на следующий этап, нет – скорректировать оформление, передать заказ в службу доставки. 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Роль: Работник службы доставки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Доставить свадебный торт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activity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доставить свадебный торт создан отдельный пул со следующими задачами и событиями: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Начальное событие – торт поступил в доставку, подготовить торт к транспортировке, оформить транспортные документы (а</a:t>
            </a:r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ртефакт: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транспортная накладная), транспортировать торт, передать торт клиенту, завершающие событие – торт доставлен.</a:t>
            </a:r>
          </a:p>
        </p:txBody>
      </p:sp>
    </p:spTree>
    <p:extLst>
      <p:ext uri="{BB962C8B-B14F-4D97-AF65-F5344CB8AC3E}">
        <p14:creationId xmlns:p14="http://schemas.microsoft.com/office/powerpoint/2010/main" val="145904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43508" y="2492896"/>
            <a:ext cx="8856984" cy="1224136"/>
          </a:xfrm>
        </p:spPr>
        <p:txBody>
          <a:bodyPr/>
          <a:lstStyle/>
          <a:p>
            <a:r>
              <a:rPr lang="ru-RU" dirty="0"/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24008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27a272af19c9149b54e591d6cbfc26db421"/>
</p:tagLst>
</file>

<file path=ppt/theme/theme1.xml><?xml version="1.0" encoding="utf-8"?>
<a:theme xmlns:a="http://schemas.openxmlformats.org/drawingml/2006/main" name="Тема Office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2382</TotalTime>
  <Words>332</Words>
  <Application>Microsoft Office PowerPoint</Application>
  <PresentationFormat>Экран (4:3)</PresentationFormat>
  <Paragraphs>45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Тема Office</vt:lpstr>
      <vt:lpstr>Практическая работа №14 Организация работ по изготовлению свадебного торта</vt:lpstr>
      <vt:lpstr>Контекстная диаграмма</vt:lpstr>
      <vt:lpstr>Контекстная диаграмма (часть 1)</vt:lpstr>
      <vt:lpstr>Контекстная диаграмма (часть 2)</vt:lpstr>
      <vt:lpstr>Контекстная диаграмма (часть 3)</vt:lpstr>
      <vt:lpstr>Текстовое описание</vt:lpstr>
      <vt:lpstr>Текстовое описание ролей</vt:lpstr>
      <vt:lpstr>Текстовое описание ролей</vt:lpstr>
      <vt:lpstr>Спасибо за внимание! </vt:lpstr>
    </vt:vector>
  </TitlesOfParts>
  <Company>presentation-creation.ru</Company>
  <LinksUpToDate>false</LinksUpToDate>
  <SharedDoc>false</SharedDoc>
  <HyperlinkBase>https://presentation-creation.ru/powerpoint-templates.html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Эра инноваций</dc:title>
  <dc:creator>obstinate</dc:creator>
  <dc:description>Шаблон презентации с сайта https://presentation-creation.ru/</dc:description>
  <cp:lastModifiedBy>Aero Batics</cp:lastModifiedBy>
  <cp:revision>1089</cp:revision>
  <dcterms:created xsi:type="dcterms:W3CDTF">2018-02-25T09:09:03Z</dcterms:created>
  <dcterms:modified xsi:type="dcterms:W3CDTF">2025-11-08T08:44:51Z</dcterms:modified>
</cp:coreProperties>
</file>